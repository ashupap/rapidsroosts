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 id="256" r:id="rId3"/>
    <p:sldId id="257" r:id="rId4"/>
    <p:sldId id="259" r:id="rId5"/>
    <p:sldId id="260" r:id="rId6"/>
    <p:sldId id="261" r:id="rId7"/>
    <p:sldId id="262" r:id="rId8"/>
    <p:sldId id="263" r:id="rId9"/>
    <p:sldId id="265" r:id="rId10"/>
    <p:sldId id="267"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132118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solidFill>
            <a:schemeClr val="accent3">
              <a:lumMod val="40000"/>
              <a:lumOff val="60000"/>
            </a:schemeClr>
          </a:solidFill>
        </p:spPr>
        <p:txBody>
          <a:bodyPr>
            <a:normAutofit/>
          </a:bodyPr>
          <a:lstStyle/>
          <a:p>
            <a:r>
              <a:rPr lang="en-US" b="1" dirty="0">
                <a:latin typeface="Times New Roman" panose="02020603050405020304" pitchFamily="18" charset="0"/>
                <a:cs typeface="Times New Roman" panose="02020603050405020304" pitchFamily="18" charset="0"/>
              </a:rPr>
              <a:t>Rapids &amp; Roosts Dandeli</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solidFill>
            <a:schemeClr val="accent5">
              <a:lumMod val="40000"/>
              <a:lumOff val="60000"/>
            </a:schemeClr>
          </a:solidFill>
        </p:spPr>
        <p:txBody>
          <a:bodyPr>
            <a:normAutofit/>
          </a:bodyPr>
          <a:lstStyle/>
          <a:p>
            <a:r>
              <a:rPr dirty="0"/>
              <a:t>“</a:t>
            </a:r>
            <a:r>
              <a:rPr sz="2800" b="1" dirty="0"/>
              <a:t>Experience the thrill of nature at its wildest</a:t>
            </a:r>
            <a:r>
              <a:rPr dirty="0" smtClean="0"/>
              <a:t>.”</a:t>
            </a:r>
            <a:endParaRPr lang="en-US" dirty="0" smtClean="0"/>
          </a:p>
          <a:p>
            <a:pPr marL="0" indent="0">
              <a:buNone/>
            </a:pPr>
            <a:endParaRPr lang="en-US" sz="2400" dirty="0" smtClean="0"/>
          </a:p>
          <a:p>
            <a:pPr marL="0" indent="0">
              <a:buNone/>
            </a:pPr>
            <a:r>
              <a:rPr lang="en-US" sz="2400" dirty="0" smtClean="0"/>
              <a:t>Dandeli</a:t>
            </a:r>
            <a:r>
              <a:rPr lang="en-US" sz="2400" dirty="0"/>
              <a:t>, nestled in the Western Ghats of Karnataka, is the ultimate adrenaline-pumping nature escape, inviting adventurers to challenge the roaring rapids of the </a:t>
            </a:r>
            <a:r>
              <a:rPr lang="en-US" sz="2400" b="1" dirty="0"/>
              <a:t>Kali River</a:t>
            </a:r>
            <a:r>
              <a:rPr lang="en-US" sz="2400" dirty="0"/>
              <a:t> with exhilarating </a:t>
            </a:r>
            <a:r>
              <a:rPr lang="en-US" sz="2400" b="1" dirty="0"/>
              <a:t>white-water rafting</a:t>
            </a:r>
            <a:r>
              <a:rPr lang="en-US" sz="2400" dirty="0"/>
              <a:t> and </a:t>
            </a:r>
            <a:r>
              <a:rPr lang="en-US" sz="2400" b="1" dirty="0"/>
              <a:t>kayaking</a:t>
            </a:r>
            <a:r>
              <a:rPr lang="en-US" sz="2400" dirty="0"/>
              <a:t>, while simultaneously offering a serene exploration of the Dandeli-Anshi Tiger Reserve where you can spot majestic </a:t>
            </a:r>
            <a:r>
              <a:rPr lang="en-US" sz="2400" b="1" dirty="0"/>
              <a:t>Black Panthers</a:t>
            </a:r>
            <a:r>
              <a:rPr lang="en-US" sz="2400" dirty="0"/>
              <a:t>, elephants, and a kaleidoscope of birdlife, all against a backdrop of dense, untouched tropical forests that promise an authentic, wild, and unforgettable communion with nature's raw, untamed power.</a:t>
            </a:r>
            <a:endParaRPr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p:spPr>
        <p:txBody>
          <a:bodyPr/>
          <a:lstStyle/>
          <a:p>
            <a:r>
              <a:rPr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457200" y="1417638"/>
            <a:ext cx="8229600" cy="5440362"/>
          </a:xfrm>
          <a:solidFill>
            <a:schemeClr val="accent4">
              <a:lumMod val="60000"/>
              <a:lumOff val="40000"/>
            </a:schemeClr>
          </a:solidFill>
        </p:spPr>
        <p:txBody>
          <a:bodyPr>
            <a:normAutofit/>
          </a:bodyPr>
          <a:lstStyle/>
          <a:p>
            <a:pPr marL="0" indent="0">
              <a:buNone/>
            </a:pPr>
            <a:r>
              <a:rPr sz="2800" dirty="0"/>
              <a:t>• </a:t>
            </a:r>
            <a:r>
              <a:rPr lang="en-US" sz="1600" dirty="0"/>
              <a:t>The introduction for your presentation about Dandeli and Ganeshgudi should immediately establish them as prime ecotourism destinations, focusing on their key attractions: the Kali River and the surrounding forests. Here is a concise and impactful introduction: Introduction: Dandeli &amp; Ganeshgudi – The Wild Heart of Karnataka "Nestled in the lush, bio-diverse Western Ghats of Karnataka, Dandeli and the nearby hamlet of Ganeshgudi form one of South India's premier adventure and ecotourism hubs. This region is defined by the mighty Kali River, the lifeblood of the forest, which is famous for its exhilarating white-water rafting and other water sports. The area is largely encompassed by the Kali Tiger Reserve (formerly Dandeli-Anshi), a protected sanctuary renowned for its rich wildlife, offering opportunities to spot the elusive Black Panther, Great Hornbills, and the Indian Bison (Gaur</a:t>
            </a:r>
            <a:r>
              <a:rPr lang="en-US" sz="1600" dirty="0" smtClean="0"/>
              <a:t>).</a:t>
            </a:r>
          </a:p>
          <a:p>
            <a:pPr marL="0" indent="0">
              <a:buNone/>
            </a:pPr>
            <a:endParaRPr sz="1600" dirty="0"/>
          </a:p>
          <a:p>
            <a:pPr marL="0" indent="0">
              <a:buNone/>
            </a:pPr>
            <a:r>
              <a:rPr sz="2800" dirty="0"/>
              <a:t>• </a:t>
            </a:r>
            <a:r>
              <a:rPr lang="en-US" sz="1600" dirty="0"/>
              <a:t>Dandeli is a paradise for both adventure and nature lovers, offering thrilling white-water rafting on the Kali River and exciting jungle safaris and birdwatching in the dense forests of the Western Ghats</a:t>
            </a:r>
            <a:r>
              <a:rPr lang="en-US" sz="1600" dirty="0" smtClean="0"/>
              <a:t>.</a:t>
            </a:r>
          </a:p>
          <a:p>
            <a:pPr marL="0" indent="0">
              <a:buNone/>
            </a:pPr>
            <a:endParaRPr lang="en-US" sz="1600" dirty="0" smtClean="0"/>
          </a:p>
          <a:p>
            <a:pPr marL="0" indent="0">
              <a:buNone/>
            </a:pPr>
            <a:r>
              <a:rPr sz="2800" dirty="0" smtClean="0"/>
              <a:t>• </a:t>
            </a:r>
            <a:r>
              <a:rPr lang="en-US" sz="1400" dirty="0"/>
              <a:t>Launch a user-friendly one-stop platform for Dandeli that allows travelers to easily discover, compare, and instantly book a curated selection of both adventure activities (like river rafting and safaris) and resort/stay packages from verified local operators.</a:t>
            </a:r>
            <a:endParaRPr sz="1400" dirty="0"/>
          </a:p>
        </p:txBody>
      </p:sp>
      <p:sp>
        <p:nvSpPr>
          <p:cNvPr id="8" name="Rectangle 5"/>
          <p:cNvSpPr>
            <a:spLocks noChangeArrowheads="1"/>
          </p:cNvSpPr>
          <p:nvPr/>
        </p:nvSpPr>
        <p:spPr bwMode="auto">
          <a:xfrm>
            <a:off x="0" y="45720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Target Audience</a:t>
            </a:r>
          </a:p>
        </p:txBody>
      </p:sp>
      <p:sp>
        <p:nvSpPr>
          <p:cNvPr id="3" name="Content Placeholder 2"/>
          <p:cNvSpPr>
            <a:spLocks noGrp="1"/>
          </p:cNvSpPr>
          <p:nvPr>
            <p:ph idx="1"/>
          </p:nvPr>
        </p:nvSpPr>
        <p:spPr>
          <a:solidFill>
            <a:schemeClr val="accent6">
              <a:lumMod val="60000"/>
              <a:lumOff val="40000"/>
            </a:schemeClr>
          </a:solidFill>
        </p:spPr>
        <p:txBody>
          <a:bodyPr/>
          <a:lstStyle/>
          <a:p>
            <a:pPr marL="0" indent="0">
              <a:buNone/>
            </a:pPr>
            <a:r>
              <a:rPr dirty="0"/>
              <a:t>• </a:t>
            </a:r>
            <a:r>
              <a:rPr sz="2800" dirty="0">
                <a:latin typeface="Times New Roman" panose="02020603050405020304" pitchFamily="18" charset="0"/>
                <a:cs typeface="Times New Roman" panose="02020603050405020304" pitchFamily="18" charset="0"/>
              </a:rPr>
              <a:t>Adventure </a:t>
            </a:r>
            <a:r>
              <a:rPr sz="2800" dirty="0" smtClean="0">
                <a:latin typeface="Times New Roman" panose="02020603050405020304" pitchFamily="18" charset="0"/>
                <a:cs typeface="Times New Roman" panose="02020603050405020304" pitchFamily="18" charset="0"/>
              </a:rPr>
              <a:t>enthusiasts</a:t>
            </a:r>
            <a:endParaRPr lang="en-US" sz="2800" dirty="0" smtClean="0">
              <a:latin typeface="Times New Roman" panose="02020603050405020304" pitchFamily="18" charset="0"/>
              <a:cs typeface="Times New Roman" panose="02020603050405020304" pitchFamily="18" charset="0"/>
            </a:endParaRPr>
          </a:p>
          <a:p>
            <a:pPr marL="0" indent="0">
              <a:buNone/>
            </a:pPr>
            <a:endParaRPr sz="2800" dirty="0">
              <a:latin typeface="Times New Roman" panose="02020603050405020304" pitchFamily="18" charset="0"/>
              <a:cs typeface="Times New Roman" panose="02020603050405020304" pitchFamily="18" charset="0"/>
            </a:endParaRPr>
          </a:p>
          <a:p>
            <a:pPr marL="0" indent="0">
              <a:buNone/>
            </a:pPr>
            <a:r>
              <a:rPr sz="2800" dirty="0">
                <a:latin typeface="Times New Roman" panose="02020603050405020304" pitchFamily="18" charset="0"/>
                <a:cs typeface="Times New Roman" panose="02020603050405020304" pitchFamily="18" charset="0"/>
              </a:rPr>
              <a:t>• Families and group </a:t>
            </a:r>
            <a:r>
              <a:rPr sz="2800" dirty="0" smtClean="0">
                <a:latin typeface="Times New Roman" panose="02020603050405020304" pitchFamily="18" charset="0"/>
                <a:cs typeface="Times New Roman" panose="02020603050405020304" pitchFamily="18" charset="0"/>
              </a:rPr>
              <a:t>travelers</a:t>
            </a:r>
            <a:endParaRPr lang="en-US" sz="2800" dirty="0" smtClean="0">
              <a:latin typeface="Times New Roman" panose="02020603050405020304" pitchFamily="18" charset="0"/>
              <a:cs typeface="Times New Roman" panose="02020603050405020304" pitchFamily="18" charset="0"/>
            </a:endParaRPr>
          </a:p>
          <a:p>
            <a:pPr marL="0" indent="0">
              <a:buNone/>
            </a:pPr>
            <a:endParaRPr lang="en-US" sz="2800" dirty="0" smtClean="0">
              <a:latin typeface="Times New Roman" panose="02020603050405020304" pitchFamily="18" charset="0"/>
              <a:cs typeface="Times New Roman" panose="02020603050405020304" pitchFamily="18" charset="0"/>
            </a:endParaRPr>
          </a:p>
          <a:p>
            <a:pPr marL="0" indent="0">
              <a:buNone/>
            </a:pPr>
            <a:r>
              <a:rPr sz="2800" dirty="0" smtClean="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Corporate outing </a:t>
            </a:r>
            <a:r>
              <a:rPr sz="2800" dirty="0" smtClean="0">
                <a:latin typeface="Times New Roman" panose="02020603050405020304" pitchFamily="18" charset="0"/>
                <a:cs typeface="Times New Roman" panose="02020603050405020304" pitchFamily="18" charset="0"/>
              </a:rPr>
              <a:t>planners</a:t>
            </a:r>
            <a:endParaRPr lang="en-US" sz="2800" dirty="0" smtClean="0">
              <a:latin typeface="Times New Roman" panose="02020603050405020304" pitchFamily="18" charset="0"/>
              <a:cs typeface="Times New Roman" panose="02020603050405020304" pitchFamily="18" charset="0"/>
            </a:endParaRPr>
          </a:p>
          <a:p>
            <a:pPr marL="0" indent="0">
              <a:buNone/>
            </a:pPr>
            <a:endParaRPr sz="2800" dirty="0">
              <a:latin typeface="Times New Roman" panose="02020603050405020304" pitchFamily="18" charset="0"/>
              <a:cs typeface="Times New Roman" panose="02020603050405020304" pitchFamily="18" charset="0"/>
            </a:endParaRPr>
          </a:p>
          <a:p>
            <a:pPr marL="0" indent="0">
              <a:buNone/>
            </a:pPr>
            <a:r>
              <a:rPr sz="2800" dirty="0">
                <a:latin typeface="Times New Roman" panose="02020603050405020304" pitchFamily="18" charset="0"/>
                <a:cs typeface="Times New Roman" panose="02020603050405020304" pitchFamily="18" charset="0"/>
              </a:rPr>
              <a:t>• Students and college groups</a:t>
            </a:r>
          </a:p>
        </p:txBody>
      </p:sp>
      <p:sp>
        <p:nvSpPr>
          <p:cNvPr id="4" name="Oval 3"/>
          <p:cNvSpPr/>
          <p:nvPr/>
        </p:nvSpPr>
        <p:spPr>
          <a:xfrm>
            <a:off x="1997612" y="290782"/>
            <a:ext cx="4670474" cy="1143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Target Audience</a:t>
            </a:r>
            <a:endParaRPr lang="en-US"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20000"/>
              <a:lumOff val="80000"/>
            </a:schemeClr>
          </a:solidFill>
        </p:spPr>
        <p:txBody>
          <a:bodyPr/>
          <a:lstStyle/>
          <a:p>
            <a:r>
              <a:rPr dirty="0">
                <a:latin typeface="Times New Roman" panose="02020603050405020304" pitchFamily="18" charset="0"/>
                <a:cs typeface="Times New Roman" panose="02020603050405020304" pitchFamily="18" charset="0"/>
              </a:rPr>
              <a:t>Key Website Features</a:t>
            </a:r>
          </a:p>
        </p:txBody>
      </p:sp>
      <p:sp>
        <p:nvSpPr>
          <p:cNvPr id="3" name="Content Placeholder 2"/>
          <p:cNvSpPr>
            <a:spLocks noGrp="1"/>
          </p:cNvSpPr>
          <p:nvPr>
            <p:ph idx="1"/>
          </p:nvPr>
        </p:nvSpPr>
        <p:spPr>
          <a:xfrm>
            <a:off x="534572" y="1698674"/>
            <a:ext cx="8229600" cy="4525963"/>
          </a:xfrm>
          <a:solidFill>
            <a:schemeClr val="bg1">
              <a:lumMod val="85000"/>
            </a:schemeClr>
          </a:solidFill>
        </p:spPr>
        <p:txBody>
          <a:bodyPr>
            <a:normAutofit/>
          </a:bodyPr>
          <a:lstStyle/>
          <a:p>
            <a:pPr marL="0" indent="0">
              <a:buNone/>
            </a:pPr>
            <a:r>
              <a:rPr dirty="0" smtClean="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Real-time availability and instant </a:t>
            </a:r>
            <a:r>
              <a:rPr dirty="0" smtClean="0">
                <a:latin typeface="Times New Roman" panose="02020603050405020304" pitchFamily="18" charset="0"/>
                <a:cs typeface="Times New Roman" panose="02020603050405020304" pitchFamily="18" charset="0"/>
              </a:rPr>
              <a:t>confirmation</a:t>
            </a:r>
            <a:endParaRPr lang="en-US" dirty="0" smtClean="0">
              <a:latin typeface="Times New Roman" panose="02020603050405020304" pitchFamily="18" charset="0"/>
              <a:cs typeface="Times New Roman" panose="02020603050405020304" pitchFamily="18" charset="0"/>
            </a:endParaRPr>
          </a:p>
          <a:p>
            <a:pPr marL="0" indent="0">
              <a:buNone/>
            </a:pPr>
            <a:endParaRPr dirty="0">
              <a:latin typeface="Times New Roman" panose="02020603050405020304" pitchFamily="18" charset="0"/>
              <a:cs typeface="Times New Roman" panose="02020603050405020304" pitchFamily="18" charset="0"/>
            </a:endParaRPr>
          </a:p>
          <a:p>
            <a:pPr marL="0" indent="0">
              <a:buNone/>
            </a:pPr>
            <a:r>
              <a:rPr dirty="0">
                <a:latin typeface="Times New Roman" panose="02020603050405020304" pitchFamily="18" charset="0"/>
                <a:cs typeface="Times New Roman" panose="02020603050405020304" pitchFamily="18" charset="0"/>
              </a:rPr>
              <a:t>• Photo/video </a:t>
            </a:r>
            <a:r>
              <a:rPr dirty="0" smtClean="0">
                <a:latin typeface="Times New Roman" panose="02020603050405020304" pitchFamily="18" charset="0"/>
                <a:cs typeface="Times New Roman" panose="02020603050405020304" pitchFamily="18" charset="0"/>
              </a:rPr>
              <a:t>gallery</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dirty="0" smtClean="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Contact &amp; WhatsApp inquiry option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40000"/>
              <a:lumOff val="60000"/>
            </a:schemeClr>
          </a:solidFill>
        </p:spPr>
        <p:txBody>
          <a:bodyPr/>
          <a:lstStyle/>
          <a:p>
            <a:r>
              <a:rPr b="1" dirty="0">
                <a:latin typeface="Times New Roman" panose="02020603050405020304" pitchFamily="18" charset="0"/>
                <a:cs typeface="Times New Roman" panose="02020603050405020304" pitchFamily="18" charset="0"/>
              </a:rPr>
              <a:t>Adventure </a:t>
            </a:r>
            <a:r>
              <a:rPr b="1" dirty="0" smtClean="0">
                <a:latin typeface="Times New Roman" panose="02020603050405020304" pitchFamily="18" charset="0"/>
                <a:cs typeface="Times New Roman" panose="02020603050405020304" pitchFamily="18" charset="0"/>
              </a:rPr>
              <a:t>Activities</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4659923"/>
          </a:xfrm>
          <a:solidFill>
            <a:schemeClr val="accent6">
              <a:lumMod val="20000"/>
              <a:lumOff val="80000"/>
            </a:schemeClr>
          </a:solidFill>
        </p:spPr>
        <p:txBody>
          <a:bodyPr>
            <a:noAutofit/>
          </a:bodyPr>
          <a:lstStyle/>
          <a:p>
            <a:pPr marL="0" indent="0">
              <a:buNone/>
            </a:pPr>
            <a:r>
              <a:rPr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2 Types </a:t>
            </a:r>
            <a:r>
              <a:rPr sz="2400" dirty="0" smtClean="0">
                <a:latin typeface="Times New Roman" panose="02020603050405020304" pitchFamily="18" charset="0"/>
                <a:cs typeface="Times New Roman" panose="02020603050405020304" pitchFamily="18" charset="0"/>
              </a:rPr>
              <a:t>White </a:t>
            </a:r>
            <a:r>
              <a:rPr sz="2400" dirty="0">
                <a:latin typeface="Times New Roman" panose="02020603050405020304" pitchFamily="18" charset="0"/>
                <a:cs typeface="Times New Roman" panose="02020603050405020304" pitchFamily="18" charset="0"/>
              </a:rPr>
              <a:t>Water </a:t>
            </a:r>
            <a:r>
              <a:rPr sz="2400" dirty="0" smtClean="0">
                <a:latin typeface="Times New Roman" panose="02020603050405020304" pitchFamily="18" charset="0"/>
                <a:cs typeface="Times New Roman" panose="02020603050405020304" pitchFamily="18" charset="0"/>
              </a:rPr>
              <a:t>Rafting</a:t>
            </a:r>
            <a:r>
              <a:rPr lang="en-US" sz="2400" dirty="0" smtClean="0">
                <a:latin typeface="Times New Roman" panose="02020603050405020304" pitchFamily="18" charset="0"/>
                <a:cs typeface="Times New Roman" panose="02020603050405020304" pitchFamily="18" charset="0"/>
              </a:rPr>
              <a:t> (Depend on Water Level)</a:t>
            </a:r>
            <a:endParaRPr sz="2400" dirty="0">
              <a:latin typeface="Times New Roman" panose="02020603050405020304" pitchFamily="18" charset="0"/>
              <a:cs typeface="Times New Roman" panose="02020603050405020304" pitchFamily="18" charset="0"/>
            </a:endParaRPr>
          </a:p>
          <a:p>
            <a:pPr marL="0" indent="0">
              <a:buNone/>
            </a:pPr>
            <a:r>
              <a:rPr sz="2400" dirty="0">
                <a:latin typeface="Times New Roman" panose="02020603050405020304" pitchFamily="18" charset="0"/>
                <a:cs typeface="Times New Roman" panose="02020603050405020304" pitchFamily="18" charset="0"/>
              </a:rPr>
              <a:t>• Kayaking </a:t>
            </a:r>
            <a:endParaRPr lang="en-US" sz="2400" dirty="0" smtClean="0">
              <a:latin typeface="Times New Roman" panose="02020603050405020304" pitchFamily="18" charset="0"/>
              <a:cs typeface="Times New Roman" panose="02020603050405020304" pitchFamily="18" charset="0"/>
            </a:endParaRPr>
          </a:p>
          <a:p>
            <a:pPr marL="0" indent="0">
              <a:buNone/>
            </a:pPr>
            <a:r>
              <a:rPr sz="2400" dirty="0" smtClean="0">
                <a:latin typeface="Times New Roman" panose="02020603050405020304" pitchFamily="18" charset="0"/>
                <a:cs typeface="Times New Roman" panose="02020603050405020304" pitchFamily="18" charset="0"/>
              </a:rPr>
              <a:t>• Zipline</a:t>
            </a:r>
            <a:endParaRPr sz="2400" dirty="0">
              <a:latin typeface="Times New Roman" panose="02020603050405020304" pitchFamily="18" charset="0"/>
              <a:cs typeface="Times New Roman" panose="02020603050405020304" pitchFamily="18" charset="0"/>
            </a:endParaRPr>
          </a:p>
          <a:p>
            <a:pPr marL="0" indent="0">
              <a:buNone/>
            </a:pPr>
            <a:r>
              <a:rPr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Zorbing(Water Roller)</a:t>
            </a:r>
          </a:p>
          <a:p>
            <a:pPr marL="0" indent="0">
              <a:buNone/>
            </a:pPr>
            <a:r>
              <a:rPr sz="2400" dirty="0" smtClean="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Trekking &amp; </a:t>
            </a:r>
            <a:r>
              <a:rPr lang="en-US" sz="2400" dirty="0" smtClean="0">
                <a:latin typeface="Times New Roman" panose="02020603050405020304" pitchFamily="18" charset="0"/>
                <a:cs typeface="Times New Roman" panose="02020603050405020304" pitchFamily="18" charset="0"/>
              </a:rPr>
              <a:t>Camp Fire</a:t>
            </a:r>
            <a:endParaRPr sz="2400" dirty="0">
              <a:latin typeface="Times New Roman" panose="02020603050405020304" pitchFamily="18" charset="0"/>
              <a:cs typeface="Times New Roman" panose="02020603050405020304" pitchFamily="18" charset="0"/>
            </a:endParaRPr>
          </a:p>
          <a:p>
            <a:pPr marL="0" indent="0">
              <a:buNone/>
            </a:pPr>
            <a:r>
              <a:rPr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Jungle </a:t>
            </a:r>
            <a:r>
              <a:rPr lang="en-US" sz="2400" dirty="0" smtClean="0">
                <a:latin typeface="Times New Roman" panose="02020603050405020304" pitchFamily="18" charset="0"/>
                <a:cs typeface="Times New Roman" panose="02020603050405020304" pitchFamily="18" charset="0"/>
              </a:rPr>
              <a:t>Safari( Depend)</a:t>
            </a:r>
            <a:endParaRPr sz="2400" dirty="0">
              <a:latin typeface="Times New Roman" panose="02020603050405020304" pitchFamily="18" charset="0"/>
              <a:cs typeface="Times New Roman" panose="02020603050405020304" pitchFamily="18" charset="0"/>
            </a:endParaRPr>
          </a:p>
          <a:p>
            <a:pPr marL="0" indent="0">
              <a:buNone/>
            </a:pPr>
            <a:r>
              <a:rPr sz="240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Boating</a:t>
            </a:r>
          </a:p>
          <a:p>
            <a:pPr marL="0" indent="0">
              <a:buNone/>
            </a:pPr>
            <a:r>
              <a:rPr lang="en-US" sz="2400" dirty="0" smtClean="0">
                <a:latin typeface="Times New Roman" panose="02020603050405020304" pitchFamily="18" charset="0"/>
                <a:cs typeface="Times New Roman" panose="02020603050405020304" pitchFamily="18" charset="0"/>
              </a:rPr>
              <a:t>• River Swimming</a:t>
            </a:r>
          </a:p>
          <a:p>
            <a:pPr marL="0" indent="0">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Sky Cycling </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90000"/>
            </a:schemeClr>
          </a:solidFill>
        </p:spPr>
        <p:txBody>
          <a:bodyPr/>
          <a:lstStyle/>
          <a:p>
            <a:r>
              <a:rPr b="1" dirty="0"/>
              <a:t>Resort &amp; Stay Options</a:t>
            </a:r>
          </a:p>
        </p:txBody>
      </p:sp>
      <p:sp>
        <p:nvSpPr>
          <p:cNvPr id="3" name="Content Placeholder 2"/>
          <p:cNvSpPr>
            <a:spLocks noGrp="1"/>
          </p:cNvSpPr>
          <p:nvPr>
            <p:ph idx="1"/>
          </p:nvPr>
        </p:nvSpPr>
        <p:spPr>
          <a:solidFill>
            <a:schemeClr val="tx2">
              <a:lumMod val="20000"/>
              <a:lumOff val="80000"/>
            </a:schemeClr>
          </a:solidFill>
        </p:spPr>
        <p:txBody>
          <a:bodyPr>
            <a:normAutofit/>
          </a:bodyPr>
          <a:lstStyle/>
          <a:p>
            <a:pPr marL="0" indent="0">
              <a:buNone/>
            </a:pPr>
            <a:r>
              <a:rPr sz="3600" dirty="0">
                <a:latin typeface="Times New Roman" panose="02020603050405020304" pitchFamily="18" charset="0"/>
                <a:cs typeface="Times New Roman" panose="02020603050405020304" pitchFamily="18" charset="0"/>
              </a:rPr>
              <a:t>• River View </a:t>
            </a:r>
            <a:r>
              <a:rPr lang="en-US" sz="3600" dirty="0" smtClean="0">
                <a:latin typeface="Times New Roman" panose="02020603050405020304" pitchFamily="18" charset="0"/>
                <a:cs typeface="Times New Roman" panose="02020603050405020304" pitchFamily="18" charset="0"/>
              </a:rPr>
              <a:t>Cottage</a:t>
            </a:r>
            <a:endParaRPr sz="3600" dirty="0">
              <a:latin typeface="Times New Roman" panose="02020603050405020304" pitchFamily="18" charset="0"/>
              <a:cs typeface="Times New Roman" panose="02020603050405020304" pitchFamily="18" charset="0"/>
            </a:endParaRPr>
          </a:p>
          <a:p>
            <a:pPr marL="0" indent="0">
              <a:buNone/>
            </a:pPr>
            <a:r>
              <a:rPr sz="3600" dirty="0" smtClean="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Tent </a:t>
            </a:r>
            <a:r>
              <a:rPr sz="3600" dirty="0" smtClean="0">
                <a:latin typeface="Times New Roman" panose="02020603050405020304" pitchFamily="18" charset="0"/>
                <a:cs typeface="Times New Roman" panose="02020603050405020304" pitchFamily="18" charset="0"/>
              </a:rPr>
              <a:t>Camping</a:t>
            </a:r>
            <a:r>
              <a:rPr lang="en-US" sz="3600" dirty="0" smtClean="0">
                <a:latin typeface="Times New Roman" panose="02020603050405020304" pitchFamily="18" charset="0"/>
                <a:cs typeface="Times New Roman" panose="02020603050405020304" pitchFamily="18" charset="0"/>
              </a:rPr>
              <a:t> </a:t>
            </a:r>
            <a:endParaRPr sz="3600" dirty="0">
              <a:latin typeface="Times New Roman" panose="02020603050405020304" pitchFamily="18" charset="0"/>
              <a:cs typeface="Times New Roman" panose="02020603050405020304" pitchFamily="18" charset="0"/>
            </a:endParaRPr>
          </a:p>
          <a:p>
            <a:pPr marL="0" indent="0">
              <a:buNone/>
            </a:pPr>
            <a:r>
              <a:rPr sz="3600" dirty="0" smtClean="0">
                <a:latin typeface="Times New Roman" panose="02020603050405020304" pitchFamily="18" charset="0"/>
                <a:cs typeface="Times New Roman" panose="02020603050405020304" pitchFamily="18" charset="0"/>
              </a:rPr>
              <a:t>• Homestays</a:t>
            </a:r>
            <a:endParaRPr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solidFill>
        </p:spPr>
        <p:txBody>
          <a:bodyPr/>
          <a:lstStyle/>
          <a:p>
            <a:r>
              <a:rPr b="1" dirty="0">
                <a:latin typeface="Times New Roman" panose="02020603050405020304" pitchFamily="18" charset="0"/>
                <a:cs typeface="Times New Roman" panose="02020603050405020304" pitchFamily="18" charset="0"/>
              </a:rPr>
              <a:t>Website Design Concept</a:t>
            </a:r>
          </a:p>
        </p:txBody>
      </p:sp>
      <p:sp>
        <p:nvSpPr>
          <p:cNvPr id="3" name="Content Placeholder 2"/>
          <p:cNvSpPr>
            <a:spLocks noGrp="1"/>
          </p:cNvSpPr>
          <p:nvPr>
            <p:ph idx="1"/>
          </p:nvPr>
        </p:nvSpPr>
        <p:spPr>
          <a:solidFill>
            <a:schemeClr val="bg1">
              <a:lumMod val="85000"/>
            </a:schemeClr>
          </a:solidFill>
        </p:spPr>
        <p:txBody>
          <a:bodyPr>
            <a:normAutofit/>
          </a:bodyPr>
          <a:lstStyle/>
          <a:p>
            <a:pPr marL="0" indent="0">
              <a:buNone/>
            </a:pPr>
            <a:r>
              <a:rPr sz="2800" dirty="0">
                <a:latin typeface="Times New Roman" panose="02020603050405020304" pitchFamily="18" charset="0"/>
                <a:cs typeface="Times New Roman" panose="02020603050405020304" pitchFamily="18" charset="0"/>
              </a:rPr>
              <a:t>• Nature-inspired color theme (Green, Blue, Brown</a:t>
            </a:r>
            <a:r>
              <a:rPr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pPr marL="0" indent="0">
              <a:buNone/>
            </a:pPr>
            <a:endParaRPr sz="2800" dirty="0">
              <a:latin typeface="Times New Roman" panose="02020603050405020304" pitchFamily="18" charset="0"/>
              <a:cs typeface="Times New Roman" panose="02020603050405020304" pitchFamily="18" charset="0"/>
            </a:endParaRPr>
          </a:p>
          <a:p>
            <a:pPr marL="0" indent="0">
              <a:buNone/>
            </a:pPr>
            <a:r>
              <a:rPr sz="2800" dirty="0" smtClean="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Booking CTA buttons (“Book Now”, </a:t>
            </a:r>
            <a:r>
              <a:rPr sz="2800" dirty="0" smtClean="0">
                <a:latin typeface="Times New Roman" panose="02020603050405020304" pitchFamily="18" charset="0"/>
                <a:cs typeface="Times New Roman" panose="02020603050405020304" pitchFamily="18" charset="0"/>
              </a:rPr>
              <a:t>“</a:t>
            </a:r>
            <a:r>
              <a:rPr lang="en-US" sz="2800" dirty="0" smtClean="0">
                <a:latin typeface="Times New Roman" panose="02020603050405020304" pitchFamily="18" charset="0"/>
                <a:cs typeface="Times New Roman" panose="02020603050405020304" pitchFamily="18" charset="0"/>
              </a:rPr>
              <a:t>Redirect to Contact or </a:t>
            </a:r>
            <a:r>
              <a:rPr lang="en-US" sz="2800" dirty="0" err="1" smtClean="0">
                <a:latin typeface="Times New Roman" panose="02020603050405020304" pitchFamily="18" charset="0"/>
                <a:cs typeface="Times New Roman" panose="02020603050405020304" pitchFamily="18" charset="0"/>
              </a:rPr>
              <a:t>Whatsapp</a:t>
            </a:r>
            <a:r>
              <a:rPr lang="en-US" sz="2800" dirty="0" smtClean="0">
                <a:latin typeface="Times New Roman" panose="02020603050405020304" pitchFamily="18" charset="0"/>
                <a:cs typeface="Times New Roman" panose="02020603050405020304" pitchFamily="18" charset="0"/>
              </a:rPr>
              <a:t> </a:t>
            </a:r>
            <a:r>
              <a:rPr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pPr marL="0" indent="0">
              <a:buNone/>
            </a:pPr>
            <a:endParaRPr sz="2800" dirty="0">
              <a:latin typeface="Times New Roman" panose="02020603050405020304" pitchFamily="18" charset="0"/>
              <a:cs typeface="Times New Roman" panose="02020603050405020304" pitchFamily="18" charset="0"/>
            </a:endParaRPr>
          </a:p>
          <a:p>
            <a:pPr marL="0" indent="0">
              <a:buNone/>
            </a:pPr>
            <a:r>
              <a:rPr sz="2800" dirty="0">
                <a:latin typeface="Times New Roman" panose="02020603050405020304" pitchFamily="18" charset="0"/>
                <a:cs typeface="Times New Roman" panose="02020603050405020304" pitchFamily="18" charset="0"/>
              </a:rPr>
              <a:t>• High-quality adventure </a:t>
            </a:r>
            <a:r>
              <a:rPr sz="2800" dirty="0" smtClean="0">
                <a:latin typeface="Times New Roman" panose="02020603050405020304" pitchFamily="18" charset="0"/>
                <a:cs typeface="Times New Roman" panose="02020603050405020304" pitchFamily="18" charset="0"/>
              </a:rPr>
              <a:t>photos</a:t>
            </a:r>
            <a:endParaRPr lang="en-US" sz="2800" dirty="0" smtClean="0">
              <a:latin typeface="Times New Roman" panose="02020603050405020304" pitchFamily="18" charset="0"/>
              <a:cs typeface="Times New Roman" panose="02020603050405020304" pitchFamily="18" charset="0"/>
            </a:endParaRPr>
          </a:p>
          <a:p>
            <a:pPr marL="0" indent="0">
              <a:buNone/>
            </a:pPr>
            <a:endParaRPr sz="2800" dirty="0">
              <a:latin typeface="Times New Roman" panose="02020603050405020304" pitchFamily="18" charset="0"/>
              <a:cs typeface="Times New Roman" panose="02020603050405020304" pitchFamily="18" charset="0"/>
            </a:endParaRPr>
          </a:p>
          <a:p>
            <a:pPr marL="0" indent="0">
              <a:buNone/>
            </a:pPr>
            <a:r>
              <a:rPr sz="2800" dirty="0">
                <a:latin typeface="Times New Roman" panose="02020603050405020304" pitchFamily="18" charset="0"/>
                <a:cs typeface="Times New Roman" panose="02020603050405020304" pitchFamily="18" charset="0"/>
              </a:rPr>
              <a:t>• SEO optimized content for “Dandeli adventure activities”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r>
              <a:rPr lang="en-US" dirty="0" smtClean="0">
                <a:latin typeface="Times New Roman" panose="02020603050405020304" pitchFamily="18" charset="0"/>
                <a:cs typeface="Times New Roman" panose="02020603050405020304" pitchFamily="18" charset="0"/>
              </a:rPr>
              <a:t>Route &amp; Benefits</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4525963"/>
          </a:xfrm>
          <a:solidFill>
            <a:schemeClr val="accent4">
              <a:lumMod val="40000"/>
              <a:lumOff val="60000"/>
            </a:schemeClr>
          </a:solidFill>
        </p:spPr>
        <p:txBody>
          <a:bodyPr/>
          <a:lstStyle/>
          <a:p>
            <a:pPr marL="0" indent="0">
              <a:buNone/>
            </a:pPr>
            <a:r>
              <a:rPr dirty="0" smtClean="0"/>
              <a:t>• </a:t>
            </a:r>
            <a:r>
              <a:rPr sz="2800" dirty="0">
                <a:latin typeface="Times New Roman" panose="02020603050405020304" pitchFamily="18" charset="0"/>
                <a:cs typeface="Times New Roman" panose="02020603050405020304" pitchFamily="18" charset="0"/>
              </a:rPr>
              <a:t>Google Maps listing </a:t>
            </a:r>
            <a:endParaRPr lang="en-US" sz="2800" dirty="0" smtClean="0">
              <a:latin typeface="Times New Roman" panose="02020603050405020304" pitchFamily="18" charset="0"/>
              <a:cs typeface="Times New Roman" panose="02020603050405020304" pitchFamily="18" charset="0"/>
            </a:endParaRPr>
          </a:p>
          <a:p>
            <a:pPr marL="0" indent="0">
              <a:buNone/>
            </a:pPr>
            <a:r>
              <a:rPr sz="2800" dirty="0" smtClean="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Facebook &amp; </a:t>
            </a:r>
            <a:r>
              <a:rPr lang="en-US" sz="2800" dirty="0" smtClean="0">
                <a:latin typeface="Times New Roman" panose="02020603050405020304" pitchFamily="18" charset="0"/>
                <a:cs typeface="Times New Roman" panose="02020603050405020304" pitchFamily="18" charset="0"/>
              </a:rPr>
              <a:t>Instagram </a:t>
            </a:r>
            <a:r>
              <a:rPr sz="2800" dirty="0" smtClean="0">
                <a:latin typeface="Times New Roman" panose="02020603050405020304" pitchFamily="18" charset="0"/>
                <a:cs typeface="Times New Roman" panose="02020603050405020304" pitchFamily="18" charset="0"/>
              </a:rPr>
              <a:t>ads targeting</a:t>
            </a:r>
            <a:endParaRPr lang="en-US" sz="2800" dirty="0" smtClean="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Bangalore</a:t>
            </a:r>
            <a:r>
              <a:rPr lang="en-US" sz="2800" dirty="0">
                <a:latin typeface="Times New Roman" panose="02020603050405020304" pitchFamily="18" charset="0"/>
                <a:cs typeface="Times New Roman" panose="02020603050405020304" pitchFamily="18" charset="0"/>
              </a:rPr>
              <a:t>, Goa, </a:t>
            </a:r>
            <a:r>
              <a:rPr lang="en-US" sz="2800" dirty="0" smtClean="0">
                <a:latin typeface="Times New Roman" panose="02020603050405020304" pitchFamily="18" charset="0"/>
                <a:cs typeface="Times New Roman" panose="02020603050405020304" pitchFamily="18" charset="0"/>
              </a:rPr>
              <a:t>Mumbai, Pune, TamilNadu &amp; Hyderabad.   </a:t>
            </a:r>
            <a:endParaRPr sz="2800" dirty="0">
              <a:latin typeface="Times New Roman" panose="02020603050405020304" pitchFamily="18" charset="0"/>
              <a:cs typeface="Times New Roman" panose="02020603050405020304" pitchFamily="18" charset="0"/>
            </a:endParaRPr>
          </a:p>
          <a:p>
            <a:pPr marL="0" indent="0">
              <a:buNone/>
            </a:pPr>
            <a:r>
              <a:rPr sz="2800"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D</a:t>
            </a:r>
            <a:r>
              <a:rPr sz="2800" dirty="0" smtClean="0">
                <a:latin typeface="Times New Roman" panose="02020603050405020304" pitchFamily="18" charset="0"/>
                <a:cs typeface="Times New Roman" panose="02020603050405020304" pitchFamily="18" charset="0"/>
              </a:rPr>
              <a:t>iscounts </a:t>
            </a:r>
            <a:r>
              <a:rPr sz="2800" dirty="0">
                <a:latin typeface="Times New Roman" panose="02020603050405020304" pitchFamily="18" charset="0"/>
                <a:cs typeface="Times New Roman" panose="02020603050405020304" pitchFamily="18" charset="0"/>
              </a:rPr>
              <a:t>for group </a:t>
            </a:r>
            <a:r>
              <a:rPr sz="2800" dirty="0" smtClean="0">
                <a:latin typeface="Times New Roman" panose="02020603050405020304" pitchFamily="18" charset="0"/>
                <a:cs typeface="Times New Roman" panose="02020603050405020304" pitchFamily="18" charset="0"/>
              </a:rPr>
              <a:t>bookings</a:t>
            </a:r>
            <a:r>
              <a:rPr lang="en-US" sz="2800" dirty="0" smtClean="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75000"/>
            </a:schemeClr>
          </a:solidFill>
        </p:spPr>
        <p:txBody>
          <a:bodyPr/>
          <a:lstStyle/>
          <a:p>
            <a:r>
              <a:rPr b="1" dirty="0">
                <a:solidFill>
                  <a:schemeClr val="bg1"/>
                </a:solidFill>
                <a:latin typeface="Times New Roman" panose="02020603050405020304" pitchFamily="18" charset="0"/>
                <a:cs typeface="Times New Roman" panose="02020603050405020304" pitchFamily="18" charset="0"/>
              </a:rPr>
              <a:t>Contact &amp; </a:t>
            </a:r>
            <a:r>
              <a:rPr lang="en-US" b="1" dirty="0" smtClean="0">
                <a:solidFill>
                  <a:schemeClr val="bg1"/>
                </a:solidFill>
                <a:latin typeface="Times New Roman" panose="02020603050405020304" pitchFamily="18" charset="0"/>
                <a:cs typeface="Times New Roman" panose="02020603050405020304" pitchFamily="18" charset="0"/>
              </a:rPr>
              <a:t>Info</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solidFill>
            <a:srgbClr val="002060"/>
          </a:solidFill>
        </p:spPr>
        <p:txBody>
          <a:bodyPr>
            <a:normAutofit/>
          </a:bodyPr>
          <a:lstStyle/>
          <a:p>
            <a:pPr marL="0" indent="0">
              <a:buNone/>
            </a:pPr>
            <a:r>
              <a:rPr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rPr>
              <a:t>Rapids &amp; Roosts </a:t>
            </a:r>
            <a:r>
              <a:rPr lang="en-US" sz="2000" b="1" dirty="0" smtClean="0">
                <a:solidFill>
                  <a:schemeClr val="bg1"/>
                </a:solidFill>
              </a:rPr>
              <a:t>Dandeli (Brand Name)</a:t>
            </a:r>
          </a:p>
          <a:p>
            <a:pPr marL="0" indent="0">
              <a:buNone/>
            </a:pPr>
            <a:endParaRPr sz="2000" b="1" dirty="0">
              <a:solidFill>
                <a:schemeClr val="bg1"/>
              </a:solidFill>
              <a:latin typeface="Times New Roman" panose="02020603050405020304" pitchFamily="18" charset="0"/>
              <a:cs typeface="Times New Roman" panose="02020603050405020304" pitchFamily="18" charset="0"/>
            </a:endParaRPr>
          </a:p>
          <a:p>
            <a:pPr marL="0" indent="0">
              <a:buNone/>
            </a:pPr>
            <a:r>
              <a:rPr sz="2000" dirty="0">
                <a:solidFill>
                  <a:schemeClr val="bg1"/>
                </a:solidFill>
                <a:latin typeface="Times New Roman" panose="02020603050405020304" pitchFamily="18" charset="0"/>
                <a:cs typeface="Times New Roman" panose="02020603050405020304" pitchFamily="18" charset="0"/>
              </a:rPr>
              <a:t>• Logo </a:t>
            </a:r>
            <a:endParaRPr lang="en-US" sz="2000" dirty="0" smtClean="0">
              <a:solidFill>
                <a:schemeClr val="bg1"/>
              </a:solidFill>
              <a:latin typeface="Times New Roman" panose="02020603050405020304" pitchFamily="18" charset="0"/>
              <a:cs typeface="Times New Roman" panose="02020603050405020304" pitchFamily="18" charset="0"/>
            </a:endParaRPr>
          </a:p>
          <a:p>
            <a:pPr marL="0" indent="0">
              <a:buNone/>
            </a:pPr>
            <a:endParaRPr sz="2000" dirty="0">
              <a:solidFill>
                <a:schemeClr val="bg1"/>
              </a:solidFill>
              <a:latin typeface="Times New Roman" panose="02020603050405020304" pitchFamily="18" charset="0"/>
              <a:cs typeface="Times New Roman" panose="02020603050405020304" pitchFamily="18" charset="0"/>
            </a:endParaRPr>
          </a:p>
          <a:p>
            <a:pPr marL="0" indent="0">
              <a:buNone/>
            </a:pPr>
            <a:r>
              <a:rPr sz="2000" dirty="0">
                <a:solidFill>
                  <a:schemeClr val="bg1"/>
                </a:solidFill>
                <a:latin typeface="Times New Roman" panose="02020603050405020304" pitchFamily="18" charset="0"/>
                <a:cs typeface="Times New Roman" panose="02020603050405020304" pitchFamily="18" charset="0"/>
              </a:rPr>
              <a:t>• Tagline: “</a:t>
            </a:r>
            <a:r>
              <a:rPr sz="2000" b="1" dirty="0">
                <a:solidFill>
                  <a:schemeClr val="bg1"/>
                </a:solidFill>
                <a:latin typeface="Times New Roman" panose="02020603050405020304" pitchFamily="18" charset="0"/>
                <a:cs typeface="Times New Roman" panose="02020603050405020304" pitchFamily="18" charset="0"/>
              </a:rPr>
              <a:t>Adventure Starts Here – Explore Dandeli Like Never Before</a:t>
            </a:r>
            <a:r>
              <a:rPr sz="2000" dirty="0" smtClean="0">
                <a:solidFill>
                  <a:schemeClr val="bg1"/>
                </a:solidFill>
                <a:latin typeface="Times New Roman" panose="02020603050405020304" pitchFamily="18" charset="0"/>
                <a:cs typeface="Times New Roman" panose="02020603050405020304" pitchFamily="18" charset="0"/>
              </a:rPr>
              <a:t>”</a:t>
            </a:r>
            <a:endParaRPr lang="en-US" sz="2000" dirty="0" smtClean="0">
              <a:solidFill>
                <a:schemeClr val="bg1"/>
              </a:solidFill>
              <a:latin typeface="Times New Roman" panose="02020603050405020304" pitchFamily="18" charset="0"/>
              <a:cs typeface="Times New Roman" panose="02020603050405020304" pitchFamily="18" charset="0"/>
            </a:endParaRPr>
          </a:p>
          <a:p>
            <a:pPr marL="0" indent="0">
              <a:buNone/>
            </a:pPr>
            <a:endParaRPr sz="2000" dirty="0">
              <a:solidFill>
                <a:schemeClr val="bg1"/>
              </a:solidFill>
              <a:latin typeface="Times New Roman" panose="02020603050405020304" pitchFamily="18" charset="0"/>
              <a:cs typeface="Times New Roman" panose="02020603050405020304" pitchFamily="18" charset="0"/>
            </a:endParaRPr>
          </a:p>
          <a:p>
            <a:pPr marL="0" indent="0">
              <a:buNone/>
            </a:pPr>
            <a:r>
              <a:rPr sz="2000" dirty="0">
                <a:solidFill>
                  <a:schemeClr val="bg1"/>
                </a:solidFill>
                <a:latin typeface="Times New Roman" panose="02020603050405020304" pitchFamily="18" charset="0"/>
                <a:cs typeface="Times New Roman" panose="02020603050405020304" pitchFamily="18" charset="0"/>
              </a:rPr>
              <a:t>• Website &amp; contact </a:t>
            </a:r>
            <a:r>
              <a:rPr sz="2000" dirty="0" smtClean="0">
                <a:solidFill>
                  <a:schemeClr val="bg1"/>
                </a:solidFill>
                <a:latin typeface="Times New Roman" panose="02020603050405020304" pitchFamily="18" charset="0"/>
                <a:cs typeface="Times New Roman" panose="02020603050405020304" pitchFamily="18" charset="0"/>
              </a:rPr>
              <a:t>info</a:t>
            </a:r>
            <a:endParaRPr lang="en-US" sz="2000" dirty="0" smtClean="0">
              <a:solidFill>
                <a:schemeClr val="bg1"/>
              </a:solidFill>
              <a:latin typeface="Times New Roman" panose="02020603050405020304" pitchFamily="18" charset="0"/>
              <a:cs typeface="Times New Roman" panose="02020603050405020304" pitchFamily="18" charset="0"/>
            </a:endParaRPr>
          </a:p>
          <a:p>
            <a:pPr marL="0" indent="0">
              <a:buNone/>
            </a:pPr>
            <a:endParaRPr lang="en-US" sz="2000" dirty="0" smtClean="0">
              <a:solidFill>
                <a:schemeClr val="bg1"/>
              </a:solidFill>
              <a:latin typeface="Times New Roman" panose="02020603050405020304" pitchFamily="18" charset="0"/>
              <a:cs typeface="Times New Roman" panose="02020603050405020304" pitchFamily="18" charset="0"/>
            </a:endParaRPr>
          </a:p>
          <a:p>
            <a:pPr marL="0" indent="0">
              <a:buNone/>
            </a:pPr>
            <a:r>
              <a:rPr lang="en-US" sz="2000" dirty="0" smtClean="0">
                <a:solidFill>
                  <a:schemeClr val="bg1"/>
                </a:solidFill>
                <a:latin typeface="Times New Roman" panose="02020603050405020304" pitchFamily="18" charset="0"/>
                <a:cs typeface="Times New Roman" panose="02020603050405020304" pitchFamily="18" charset="0"/>
              </a:rPr>
              <a:t>• </a:t>
            </a:r>
            <a:r>
              <a:rPr lang="en-US" sz="2000" dirty="0">
                <a:solidFill>
                  <a:schemeClr val="bg1"/>
                </a:solidFill>
                <a:latin typeface="Times New Roman" panose="02020603050405020304" pitchFamily="18" charset="0"/>
                <a:cs typeface="Times New Roman" panose="02020603050405020304" pitchFamily="18" charset="0"/>
              </a:rPr>
              <a:t>Keep Nature clean and have a wonderful experience Safe Journey. </a:t>
            </a:r>
            <a:endParaRPr lang="en-US" sz="2000" dirty="0" smtClean="0">
              <a:solidFill>
                <a:schemeClr val="bg1"/>
              </a:solidFill>
              <a:latin typeface="Times New Roman" panose="02020603050405020304" pitchFamily="18" charset="0"/>
              <a:cs typeface="Times New Roman" panose="02020603050405020304" pitchFamily="18" charset="0"/>
            </a:endParaRPr>
          </a:p>
          <a:p>
            <a:pPr marL="0" indent="0">
              <a:buNone/>
            </a:pPr>
            <a:r>
              <a:rPr lang="en-US" sz="2000" dirty="0" smtClean="0">
                <a:solidFill>
                  <a:schemeClr val="bg1"/>
                </a:solidFill>
                <a:latin typeface="Times New Roman" panose="02020603050405020304" pitchFamily="18" charset="0"/>
                <a:cs typeface="Times New Roman" panose="02020603050405020304" pitchFamily="18" charset="0"/>
              </a:rPr>
              <a:t> </a:t>
            </a:r>
            <a:endParaRPr sz="2000" dirty="0">
              <a:solidFill>
                <a:schemeClr val="bg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4565" y="2236762"/>
            <a:ext cx="1237957" cy="5767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65</TotalTime>
  <Words>549</Words>
  <Application>Microsoft Office PowerPoint</Application>
  <PresentationFormat>On-screen Show (4:3)</PresentationFormat>
  <Paragraphs>63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Rapids &amp; Roosts Dandeli</vt:lpstr>
      <vt:lpstr>Introduction</vt:lpstr>
      <vt:lpstr>Target Audience</vt:lpstr>
      <vt:lpstr>Key Website Features</vt:lpstr>
      <vt:lpstr>Adventure Activities</vt:lpstr>
      <vt:lpstr>Resort &amp; Stay Options</vt:lpstr>
      <vt:lpstr>Website Design Concept</vt:lpstr>
      <vt:lpstr>Route &amp; Benefits</vt:lpstr>
      <vt:lpstr>Contact &amp; Info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Dandeli(Ganeshgudi)</dc:title>
  <dc:subject/>
  <dc:creator>Vinoth</dc:creator>
  <cp:keywords/>
  <dc:description>generated using python-pptx</dc:description>
  <cp:lastModifiedBy>Vinoth</cp:lastModifiedBy>
  <cp:revision>8</cp:revision>
  <dcterms:created xsi:type="dcterms:W3CDTF">2013-01-27T09:14:16Z</dcterms:created>
  <dcterms:modified xsi:type="dcterms:W3CDTF">2025-10-13T14:41:19Z</dcterms:modified>
  <cp:category/>
</cp:coreProperties>
</file>